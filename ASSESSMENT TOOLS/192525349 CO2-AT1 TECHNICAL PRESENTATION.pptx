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AE34E8E-0C8C-4044-A25E-56E189FAC82F}" v="2" dt="2026-07-22T07:40:45.64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132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mya Gudimetla" userId="77be51aca064d3a1" providerId="LiveId" clId="{E60BC009-8883-4DA7-A781-47AA3E205199}"/>
    <pc:docChg chg="custSel addSld delSld modSld sldOrd">
      <pc:chgData name="Ramya Gudimetla" userId="77be51aca064d3a1" providerId="LiveId" clId="{E60BC009-8883-4DA7-A781-47AA3E205199}" dt="2026-07-22T07:43:07.367" v="370" actId="14100"/>
      <pc:docMkLst>
        <pc:docMk/>
      </pc:docMkLst>
      <pc:sldChg chg="addSp modSp mod">
        <pc:chgData name="Ramya Gudimetla" userId="77be51aca064d3a1" providerId="LiveId" clId="{E60BC009-8883-4DA7-A781-47AA3E205199}" dt="2026-07-22T07:40:27.104" v="343" actId="14100"/>
        <pc:sldMkLst>
          <pc:docMk/>
          <pc:sldMk cId="3551885719" sldId="256"/>
        </pc:sldMkLst>
        <pc:spChg chg="mod">
          <ac:chgData name="Ramya Gudimetla" userId="77be51aca064d3a1" providerId="LiveId" clId="{E60BC009-8883-4DA7-A781-47AA3E205199}" dt="2026-07-22T07:31:12.705" v="64" actId="122"/>
          <ac:spMkLst>
            <pc:docMk/>
            <pc:sldMk cId="3551885719" sldId="256"/>
            <ac:spMk id="2" creationId="{16561767-B569-76F3-9CC6-5C06825CF156}"/>
          </ac:spMkLst>
        </pc:spChg>
        <pc:spChg chg="mod">
          <ac:chgData name="Ramya Gudimetla" userId="77be51aca064d3a1" providerId="LiveId" clId="{E60BC009-8883-4DA7-A781-47AA3E205199}" dt="2026-07-22T07:33:57.041" v="339" actId="20577"/>
          <ac:spMkLst>
            <pc:docMk/>
            <pc:sldMk cId="3551885719" sldId="256"/>
            <ac:spMk id="3" creationId="{1B5573BF-8536-A3B9-1A7E-A44BFFA6C618}"/>
          </ac:spMkLst>
        </pc:spChg>
        <pc:picChg chg="add mod">
          <ac:chgData name="Ramya Gudimetla" userId="77be51aca064d3a1" providerId="LiveId" clId="{E60BC009-8883-4DA7-A781-47AA3E205199}" dt="2026-07-22T07:40:27.104" v="343" actId="14100"/>
          <ac:picMkLst>
            <pc:docMk/>
            <pc:sldMk cId="3551885719" sldId="256"/>
            <ac:picMk id="5" creationId="{F182EAB1-BDCA-8B6C-922D-9A76A1C3AE98}"/>
          </ac:picMkLst>
        </pc:picChg>
      </pc:sldChg>
      <pc:sldChg chg="addSp mod">
        <pc:chgData name="Ramya Gudimetla" userId="77be51aca064d3a1" providerId="LiveId" clId="{E60BC009-8883-4DA7-A781-47AA3E205199}" dt="2026-07-22T07:42:29.945" v="357" actId="22"/>
        <pc:sldMkLst>
          <pc:docMk/>
          <pc:sldMk cId="2256457553" sldId="257"/>
        </pc:sldMkLst>
        <pc:picChg chg="add">
          <ac:chgData name="Ramya Gudimetla" userId="77be51aca064d3a1" providerId="LiveId" clId="{E60BC009-8883-4DA7-A781-47AA3E205199}" dt="2026-07-22T07:41:23.049" v="348" actId="22"/>
          <ac:picMkLst>
            <pc:docMk/>
            <pc:sldMk cId="2256457553" sldId="257"/>
            <ac:picMk id="5" creationId="{91016AF7-CA11-39CE-82F5-411C3C9FD08B}"/>
          </ac:picMkLst>
        </pc:picChg>
        <pc:picChg chg="add">
          <ac:chgData name="Ramya Gudimetla" userId="77be51aca064d3a1" providerId="LiveId" clId="{E60BC009-8883-4DA7-A781-47AA3E205199}" dt="2026-07-22T07:42:29.945" v="357" actId="22"/>
          <ac:picMkLst>
            <pc:docMk/>
            <pc:sldMk cId="2256457553" sldId="257"/>
            <ac:picMk id="7" creationId="{EC80E901-3B23-E853-391E-2CB0963ED82A}"/>
          </ac:picMkLst>
        </pc:picChg>
      </pc:sldChg>
      <pc:sldChg chg="addSp mod">
        <pc:chgData name="Ramya Gudimetla" userId="77be51aca064d3a1" providerId="LiveId" clId="{E60BC009-8883-4DA7-A781-47AA3E205199}" dt="2026-07-22T07:42:33.017" v="358" actId="22"/>
        <pc:sldMkLst>
          <pc:docMk/>
          <pc:sldMk cId="1294509109" sldId="258"/>
        </pc:sldMkLst>
        <pc:picChg chg="add">
          <ac:chgData name="Ramya Gudimetla" userId="77be51aca064d3a1" providerId="LiveId" clId="{E60BC009-8883-4DA7-A781-47AA3E205199}" dt="2026-07-22T07:41:25.927" v="349" actId="22"/>
          <ac:picMkLst>
            <pc:docMk/>
            <pc:sldMk cId="1294509109" sldId="258"/>
            <ac:picMk id="5" creationId="{25DCC96F-5B0A-1D20-7E84-E254248349C3}"/>
          </ac:picMkLst>
        </pc:picChg>
        <pc:picChg chg="add">
          <ac:chgData name="Ramya Gudimetla" userId="77be51aca064d3a1" providerId="LiveId" clId="{E60BC009-8883-4DA7-A781-47AA3E205199}" dt="2026-07-22T07:42:33.017" v="358" actId="22"/>
          <ac:picMkLst>
            <pc:docMk/>
            <pc:sldMk cId="1294509109" sldId="258"/>
            <ac:picMk id="7" creationId="{5527D696-6A84-00A1-B7AB-E9B4685166F0}"/>
          </ac:picMkLst>
        </pc:picChg>
      </pc:sldChg>
      <pc:sldChg chg="addSp mod">
        <pc:chgData name="Ramya Gudimetla" userId="77be51aca064d3a1" providerId="LiveId" clId="{E60BC009-8883-4DA7-A781-47AA3E205199}" dt="2026-07-22T07:42:34.855" v="359" actId="22"/>
        <pc:sldMkLst>
          <pc:docMk/>
          <pc:sldMk cId="1680411966" sldId="259"/>
        </pc:sldMkLst>
        <pc:picChg chg="add">
          <ac:chgData name="Ramya Gudimetla" userId="77be51aca064d3a1" providerId="LiveId" clId="{E60BC009-8883-4DA7-A781-47AA3E205199}" dt="2026-07-22T07:41:29.219" v="350" actId="22"/>
          <ac:picMkLst>
            <pc:docMk/>
            <pc:sldMk cId="1680411966" sldId="259"/>
            <ac:picMk id="5" creationId="{4A38DD08-D249-D0C3-752E-670EA9CEA0AA}"/>
          </ac:picMkLst>
        </pc:picChg>
        <pc:picChg chg="add">
          <ac:chgData name="Ramya Gudimetla" userId="77be51aca064d3a1" providerId="LiveId" clId="{E60BC009-8883-4DA7-A781-47AA3E205199}" dt="2026-07-22T07:42:34.855" v="359" actId="22"/>
          <ac:picMkLst>
            <pc:docMk/>
            <pc:sldMk cId="1680411966" sldId="259"/>
            <ac:picMk id="7" creationId="{7F4AA6F2-38C2-302A-F023-A49324DF6CFC}"/>
          </ac:picMkLst>
        </pc:picChg>
      </pc:sldChg>
      <pc:sldChg chg="addSp mod">
        <pc:chgData name="Ramya Gudimetla" userId="77be51aca064d3a1" providerId="LiveId" clId="{E60BC009-8883-4DA7-A781-47AA3E205199}" dt="2026-07-22T07:42:36.693" v="360" actId="22"/>
        <pc:sldMkLst>
          <pc:docMk/>
          <pc:sldMk cId="291886411" sldId="260"/>
        </pc:sldMkLst>
        <pc:picChg chg="add">
          <ac:chgData name="Ramya Gudimetla" userId="77be51aca064d3a1" providerId="LiveId" clId="{E60BC009-8883-4DA7-A781-47AA3E205199}" dt="2026-07-22T07:41:31.944" v="351" actId="22"/>
          <ac:picMkLst>
            <pc:docMk/>
            <pc:sldMk cId="291886411" sldId="260"/>
            <ac:picMk id="5" creationId="{8750B4D2-DF4B-E82E-C43A-B21DB2C05A3C}"/>
          </ac:picMkLst>
        </pc:picChg>
        <pc:picChg chg="add">
          <ac:chgData name="Ramya Gudimetla" userId="77be51aca064d3a1" providerId="LiveId" clId="{E60BC009-8883-4DA7-A781-47AA3E205199}" dt="2026-07-22T07:42:36.693" v="360" actId="22"/>
          <ac:picMkLst>
            <pc:docMk/>
            <pc:sldMk cId="291886411" sldId="260"/>
            <ac:picMk id="7" creationId="{2D81FBEE-06EB-27BB-BC4D-FB1795F764D1}"/>
          </ac:picMkLst>
        </pc:picChg>
      </pc:sldChg>
      <pc:sldChg chg="addSp mod">
        <pc:chgData name="Ramya Gudimetla" userId="77be51aca064d3a1" providerId="LiveId" clId="{E60BC009-8883-4DA7-A781-47AA3E205199}" dt="2026-07-22T07:42:38.449" v="361" actId="22"/>
        <pc:sldMkLst>
          <pc:docMk/>
          <pc:sldMk cId="346076350" sldId="261"/>
        </pc:sldMkLst>
        <pc:picChg chg="add">
          <ac:chgData name="Ramya Gudimetla" userId="77be51aca064d3a1" providerId="LiveId" clId="{E60BC009-8883-4DA7-A781-47AA3E205199}" dt="2026-07-22T07:41:34.323" v="352" actId="22"/>
          <ac:picMkLst>
            <pc:docMk/>
            <pc:sldMk cId="346076350" sldId="261"/>
            <ac:picMk id="4" creationId="{ACC3347D-EFCF-F031-8067-C51CE4DC1F61}"/>
          </ac:picMkLst>
        </pc:picChg>
        <pc:picChg chg="add">
          <ac:chgData name="Ramya Gudimetla" userId="77be51aca064d3a1" providerId="LiveId" clId="{E60BC009-8883-4DA7-A781-47AA3E205199}" dt="2026-07-22T07:42:38.449" v="361" actId="22"/>
          <ac:picMkLst>
            <pc:docMk/>
            <pc:sldMk cId="346076350" sldId="261"/>
            <ac:picMk id="7" creationId="{F9C98A65-0547-B54B-2F7D-14D1BE480C36}"/>
          </ac:picMkLst>
        </pc:picChg>
      </pc:sldChg>
      <pc:sldChg chg="addSp mod">
        <pc:chgData name="Ramya Gudimetla" userId="77be51aca064d3a1" providerId="LiveId" clId="{E60BC009-8883-4DA7-A781-47AA3E205199}" dt="2026-07-22T07:42:40.465" v="362" actId="22"/>
        <pc:sldMkLst>
          <pc:docMk/>
          <pc:sldMk cId="1115196933" sldId="262"/>
        </pc:sldMkLst>
        <pc:picChg chg="add">
          <ac:chgData name="Ramya Gudimetla" userId="77be51aca064d3a1" providerId="LiveId" clId="{E60BC009-8883-4DA7-A781-47AA3E205199}" dt="2026-07-22T07:41:37.449" v="353" actId="22"/>
          <ac:picMkLst>
            <pc:docMk/>
            <pc:sldMk cId="1115196933" sldId="262"/>
            <ac:picMk id="5" creationId="{A162C4A8-CB8A-BFE6-DAC7-9715B073F66C}"/>
          </ac:picMkLst>
        </pc:picChg>
        <pc:picChg chg="add">
          <ac:chgData name="Ramya Gudimetla" userId="77be51aca064d3a1" providerId="LiveId" clId="{E60BC009-8883-4DA7-A781-47AA3E205199}" dt="2026-07-22T07:42:40.465" v="362" actId="22"/>
          <ac:picMkLst>
            <pc:docMk/>
            <pc:sldMk cId="1115196933" sldId="262"/>
            <ac:picMk id="7" creationId="{49E4EDEB-7FCB-3B19-9264-753BF49514B9}"/>
          </ac:picMkLst>
        </pc:picChg>
      </pc:sldChg>
      <pc:sldChg chg="addSp mod">
        <pc:chgData name="Ramya Gudimetla" userId="77be51aca064d3a1" providerId="LiveId" clId="{E60BC009-8883-4DA7-A781-47AA3E205199}" dt="2026-07-22T07:42:42.126" v="363" actId="22"/>
        <pc:sldMkLst>
          <pc:docMk/>
          <pc:sldMk cId="897094676" sldId="263"/>
        </pc:sldMkLst>
        <pc:picChg chg="add">
          <ac:chgData name="Ramya Gudimetla" userId="77be51aca064d3a1" providerId="LiveId" clId="{E60BC009-8883-4DA7-A781-47AA3E205199}" dt="2026-07-22T07:41:44.167" v="354" actId="22"/>
          <ac:picMkLst>
            <pc:docMk/>
            <pc:sldMk cId="897094676" sldId="263"/>
            <ac:picMk id="5" creationId="{C3EF11BA-53A5-B265-001C-E42F56CB43AB}"/>
          </ac:picMkLst>
        </pc:picChg>
        <pc:picChg chg="add">
          <ac:chgData name="Ramya Gudimetla" userId="77be51aca064d3a1" providerId="LiveId" clId="{E60BC009-8883-4DA7-A781-47AA3E205199}" dt="2026-07-22T07:42:42.126" v="363" actId="22"/>
          <ac:picMkLst>
            <pc:docMk/>
            <pc:sldMk cId="897094676" sldId="263"/>
            <ac:picMk id="7" creationId="{AB8706E8-A10F-A6A0-AB9F-54B8F62D360F}"/>
          </ac:picMkLst>
        </pc:picChg>
      </pc:sldChg>
      <pc:sldChg chg="addSp mod">
        <pc:chgData name="Ramya Gudimetla" userId="77be51aca064d3a1" providerId="LiveId" clId="{E60BC009-8883-4DA7-A781-47AA3E205199}" dt="2026-07-22T07:42:45.084" v="364" actId="22"/>
        <pc:sldMkLst>
          <pc:docMk/>
          <pc:sldMk cId="4048856447" sldId="264"/>
        </pc:sldMkLst>
        <pc:picChg chg="add">
          <ac:chgData name="Ramya Gudimetla" userId="77be51aca064d3a1" providerId="LiveId" clId="{E60BC009-8883-4DA7-A781-47AA3E205199}" dt="2026-07-22T07:41:48.348" v="355" actId="22"/>
          <ac:picMkLst>
            <pc:docMk/>
            <pc:sldMk cId="4048856447" sldId="264"/>
            <ac:picMk id="5" creationId="{ED65D8A6-82DF-2E9D-9EF0-B152D04B02DF}"/>
          </ac:picMkLst>
        </pc:picChg>
        <pc:picChg chg="add">
          <ac:chgData name="Ramya Gudimetla" userId="77be51aca064d3a1" providerId="LiveId" clId="{E60BC009-8883-4DA7-A781-47AA3E205199}" dt="2026-07-22T07:42:45.084" v="364" actId="22"/>
          <ac:picMkLst>
            <pc:docMk/>
            <pc:sldMk cId="4048856447" sldId="264"/>
            <ac:picMk id="7" creationId="{0FEAF717-1F7A-5FE6-48B1-8F9BBFCF81A8}"/>
          </ac:picMkLst>
        </pc:picChg>
      </pc:sldChg>
      <pc:sldChg chg="addSp mod">
        <pc:chgData name="Ramya Gudimetla" userId="77be51aca064d3a1" providerId="LiveId" clId="{E60BC009-8883-4DA7-A781-47AA3E205199}" dt="2026-07-22T07:42:46.842" v="365" actId="22"/>
        <pc:sldMkLst>
          <pc:docMk/>
          <pc:sldMk cId="1488560051" sldId="265"/>
        </pc:sldMkLst>
        <pc:picChg chg="add">
          <ac:chgData name="Ramya Gudimetla" userId="77be51aca064d3a1" providerId="LiveId" clId="{E60BC009-8883-4DA7-A781-47AA3E205199}" dt="2026-07-22T07:41:52.017" v="356" actId="22"/>
          <ac:picMkLst>
            <pc:docMk/>
            <pc:sldMk cId="1488560051" sldId="265"/>
            <ac:picMk id="5" creationId="{F75D1AA2-C7F8-6EEA-45C6-3BCCDF4DB63D}"/>
          </ac:picMkLst>
        </pc:picChg>
        <pc:picChg chg="add">
          <ac:chgData name="Ramya Gudimetla" userId="77be51aca064d3a1" providerId="LiveId" clId="{E60BC009-8883-4DA7-A781-47AA3E205199}" dt="2026-07-22T07:42:46.842" v="365" actId="22"/>
          <ac:picMkLst>
            <pc:docMk/>
            <pc:sldMk cId="1488560051" sldId="265"/>
            <ac:picMk id="7" creationId="{DA0520E8-323A-DB27-EE5D-772FA423D735}"/>
          </ac:picMkLst>
        </pc:picChg>
      </pc:sldChg>
      <pc:sldChg chg="addSp delSp modSp mod">
        <pc:chgData name="Ramya Gudimetla" userId="77be51aca064d3a1" providerId="LiveId" clId="{E60BC009-8883-4DA7-A781-47AA3E205199}" dt="2026-07-22T07:43:07.367" v="370" actId="14100"/>
        <pc:sldMkLst>
          <pc:docMk/>
          <pc:sldMk cId="1209475853" sldId="266"/>
        </pc:sldMkLst>
        <pc:picChg chg="add del">
          <ac:chgData name="Ramya Gudimetla" userId="77be51aca064d3a1" providerId="LiveId" clId="{E60BC009-8883-4DA7-A781-47AA3E205199}" dt="2026-07-22T07:42:50.601" v="367" actId="478"/>
          <ac:picMkLst>
            <pc:docMk/>
            <pc:sldMk cId="1209475853" sldId="266"/>
            <ac:picMk id="5" creationId="{A473D6C7-EE13-E54F-9FD1-87F35FE68EFC}"/>
          </ac:picMkLst>
        </pc:picChg>
        <pc:picChg chg="add">
          <ac:chgData name="Ramya Gudimetla" userId="77be51aca064d3a1" providerId="LiveId" clId="{E60BC009-8883-4DA7-A781-47AA3E205199}" dt="2026-07-22T07:42:53.895" v="368" actId="22"/>
          <ac:picMkLst>
            <pc:docMk/>
            <pc:sldMk cId="1209475853" sldId="266"/>
            <ac:picMk id="7" creationId="{B258EED7-59E8-904A-B55D-F0787FC94A34}"/>
          </ac:picMkLst>
        </pc:picChg>
        <pc:picChg chg="add mod">
          <ac:chgData name="Ramya Gudimetla" userId="77be51aca064d3a1" providerId="LiveId" clId="{E60BC009-8883-4DA7-A781-47AA3E205199}" dt="2026-07-22T07:43:07.367" v="370" actId="14100"/>
          <ac:picMkLst>
            <pc:docMk/>
            <pc:sldMk cId="1209475853" sldId="266"/>
            <ac:picMk id="9" creationId="{B1583F10-E510-AF92-1143-771DD88D2A37}"/>
          </ac:picMkLst>
        </pc:picChg>
      </pc:sldChg>
      <pc:sldChg chg="add del ord">
        <pc:chgData name="Ramya Gudimetla" userId="77be51aca064d3a1" providerId="LiveId" clId="{E60BC009-8883-4DA7-A781-47AA3E205199}" dt="2026-07-22T07:40:54.722" v="347" actId="47"/>
        <pc:sldMkLst>
          <pc:docMk/>
          <pc:sldMk cId="2306616362" sldId="267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794578-722B-5A6D-74ED-22A9E1DC3D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760DAA-7D1D-227B-71B2-74A5E09EDC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71F7A4-5D42-EA07-D31D-14A7D1FAAD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0C38D-E2C2-47FC-88EE-4C30E9200B44}" type="datetimeFigureOut">
              <a:rPr lang="en-AU" smtClean="0"/>
              <a:t>22/07/2026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00A7BB-B079-C65B-8458-5C55D0C89C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4B043F-1B83-4324-EEED-24685B272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207B2-32DB-4DA7-B9CB-C89D4AF428E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462448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7D90D1-1BC5-4818-F1D9-B0435F8A5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9DF8AC-C177-8950-22B5-52E1FD8102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18E8B2-BAEB-DA02-20AA-0B308C86B1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0C38D-E2C2-47FC-88EE-4C30E9200B44}" type="datetimeFigureOut">
              <a:rPr lang="en-AU" smtClean="0"/>
              <a:t>22/07/2026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F82E7F-BCBC-6614-06B0-40FAD66D84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BEABF3-4048-35B7-3C75-25787C85A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207B2-32DB-4DA7-B9CB-C89D4AF428E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754318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769D79-9D43-1285-9D8F-E7CF62D9C6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4F7EF5-92D4-23A6-DA9D-3D9FDB6FBD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C7D03F-3C24-8E9A-07C9-B4CD4AE15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0C38D-E2C2-47FC-88EE-4C30E9200B44}" type="datetimeFigureOut">
              <a:rPr lang="en-AU" smtClean="0"/>
              <a:t>22/07/2026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534281-D554-C8B8-3588-5AB561603C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C43BD3-D015-4030-51D8-5B2761F77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207B2-32DB-4DA7-B9CB-C89D4AF428E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071843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53C308-2456-234B-2E7B-98B2BD1C4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430808-72F9-5DAC-82CC-94F5A667C7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5140D5-9CF3-3608-2CF8-AF99A908D8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5B4BFF-3019-203A-87A1-82CFA0AF4E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0C38D-E2C2-47FC-88EE-4C30E9200B44}" type="datetimeFigureOut">
              <a:rPr lang="en-AU" smtClean="0"/>
              <a:t>22/07/2026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44F8E9-4118-DCC9-2337-F98805C4A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E87FB8-B20D-BDF2-D4A5-DFC11D36D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207B2-32DB-4DA7-B9CB-C89D4AF428E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14271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06B55-D3AD-65D6-103E-36905625C5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DAEBB9-AF89-42BF-6C6C-A166418F20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E7B4FA-B038-5A55-D87D-FDE0D83057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18DAC8-1A92-2A8B-7159-384548A224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69BBDA-56E8-EC0E-C18C-C07046B128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F1CE9B4-82D6-BF25-6D82-2F5C636D4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0C38D-E2C2-47FC-88EE-4C30E9200B44}" type="datetimeFigureOut">
              <a:rPr lang="en-AU" smtClean="0"/>
              <a:t>22/07/2026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7F58AE4-98E9-EC7D-BA59-A538E58CE9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F2D9EF-CFB8-60D0-201A-5969F755C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207B2-32DB-4DA7-B9CB-C89D4AF428E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493911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24C85-05C2-318F-B844-67AD646CD6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2EB0D6-DCD6-5EF8-8214-9FFCE85EA1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0C38D-E2C2-47FC-88EE-4C30E9200B44}" type="datetimeFigureOut">
              <a:rPr lang="en-AU" smtClean="0"/>
              <a:t>22/07/2026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15808BE-46E9-FBC5-10C7-A405517052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E2393E-BD99-B882-7148-6F72796BB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207B2-32DB-4DA7-B9CB-C89D4AF428E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786371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9BC7932-17CC-E213-18D6-8B082F8E7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0C38D-E2C2-47FC-88EE-4C30E9200B44}" type="datetimeFigureOut">
              <a:rPr lang="en-AU" smtClean="0"/>
              <a:t>22/07/2026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C74DAB-AD40-64EA-C3A0-705025BCB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C68374-D19C-780B-4B95-48B4E7369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207B2-32DB-4DA7-B9CB-C89D4AF428E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105429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20557-838F-CC9D-D642-1896600376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E391B0-09BB-8D32-B298-9A7A467A31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1FC393-F136-0505-2A23-F69C2A4134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28BB5E-B57D-96D9-062E-C08B2BBF02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0C38D-E2C2-47FC-88EE-4C30E9200B44}" type="datetimeFigureOut">
              <a:rPr lang="en-AU" smtClean="0"/>
              <a:t>22/07/2026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38B827-B05D-8630-6936-1CE6F0B2D7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809A86-B445-DE25-265B-20C47861B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207B2-32DB-4DA7-B9CB-C89D4AF428E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022495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5A6030-D2DC-A841-C323-05BF9A02AF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AFE6DFA-EBEB-B86A-A35F-53A77A825C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2782D0-4CA0-B5D3-1AD6-F2AD3FA0DD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C863C2-4243-4586-BFC1-DC42EF742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0C38D-E2C2-47FC-88EE-4C30E9200B44}" type="datetimeFigureOut">
              <a:rPr lang="en-AU" smtClean="0"/>
              <a:t>22/07/2026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0FD1D8-F4C6-BDC4-D22A-B490B42CF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AEB1AD-4E4A-AEB8-273C-72C2F4CB1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207B2-32DB-4DA7-B9CB-C89D4AF428E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447558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B4763A-42A5-EBCE-1ED3-AAA36584EE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FE6552-BFF8-45B3-0BC9-E53113FD44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AE4645-077B-A022-1904-2F183D6CFB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0C38D-E2C2-47FC-88EE-4C30E9200B44}" type="datetimeFigureOut">
              <a:rPr lang="en-AU" smtClean="0"/>
              <a:t>22/07/2026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749825-BA4A-4EAE-FD6B-20251E78B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15FCD3-DC02-8ED0-D613-30B1C29DB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207B2-32DB-4DA7-B9CB-C89D4AF428E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302365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E23B1E2-7D34-FA69-CD73-A1517686108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135B2D-0B70-51DD-4571-4D3B78600B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6B8D05-5096-BEA9-CD57-9A8753FF0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0C38D-E2C2-47FC-88EE-4C30E9200B44}" type="datetimeFigureOut">
              <a:rPr lang="en-AU" smtClean="0"/>
              <a:t>22/07/2026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E58250-607A-006F-B204-8ABC2CDD72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411982-683F-EFDA-8D5B-C92EB5B16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207B2-32DB-4DA7-B9CB-C89D4AF428E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181497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C211737-EFFB-D8E5-62F5-17DF78C049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D9796C-D515-9B88-FF42-BDB46B5AB2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7427D6-A63E-B3F4-C513-6866E1FEF0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00C38D-E2C2-47FC-88EE-4C30E9200B44}" type="datetimeFigureOut">
              <a:rPr lang="en-AU" smtClean="0"/>
              <a:t>22/07/2026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8ACEFF-1EEC-6057-A2F2-A8D4D6FCA8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7F590B-19B2-6773-5915-B10D4E72AA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F207B2-32DB-4DA7-B9CB-C89D4AF428E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617949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mozilla.org/" TargetMode="External"/><Relationship Id="rId2" Type="http://schemas.openxmlformats.org/officeDocument/2006/relationships/hyperlink" Target="https://dev.mysql.com/doc/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561767-B569-76F3-9CC6-5C06825CF15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A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EVENT TICKET BOOKING SYSTEM USING BINARY SEARCH TREES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5573BF-8536-A3B9-1A7E-A44BFFA6C6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668133"/>
          </a:xfrm>
        </p:spPr>
        <p:txBody>
          <a:bodyPr>
            <a:normAutofit/>
          </a:bodyPr>
          <a:lstStyle/>
          <a:p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r>
              <a:rPr lang="en-A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G.Ramya</a:t>
            </a:r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(192572073)</a:t>
            </a:r>
          </a:p>
          <a:p>
            <a:r>
              <a:rPr lang="en-A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R.Varshini</a:t>
            </a:r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(192525349)</a:t>
            </a:r>
          </a:p>
          <a:p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Guided By:</a:t>
            </a:r>
          </a:p>
          <a:p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</a:t>
            </a:r>
            <a:r>
              <a:rPr lang="en-A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Dr.Kiruthika</a:t>
            </a:r>
            <a:endParaRPr lang="en-A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Google Shape;62;p14" descr="SIMATS ENGINEERING —BIOTECHNOLOGY">
            <a:extLst>
              <a:ext uri="{FF2B5EF4-FFF2-40B4-BE49-F238E27FC236}">
                <a16:creationId xmlns:a16="http://schemas.microsoft.com/office/drawing/2014/main" id="{F182EAB1-BDCA-8B6C-922D-9A76A1C3AE98}"/>
              </a:ext>
            </a:extLst>
          </p:cNvPr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41514" y="413407"/>
            <a:ext cx="11571515" cy="128511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518857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66A8C-FE29-2A05-F018-3FFBE6B8D5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                                      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7C3A59-0C41-01D2-6775-31359C6BD1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an online event ticket booking and management system. </a:t>
            </a:r>
          </a:p>
          <a:p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a </a:t>
            </a:r>
            <a:r>
              <a:rPr lang="en-A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Binary Search Tree (BST)</a:t>
            </a:r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fast event searching and management. </a:t>
            </a:r>
          </a:p>
          <a:p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 users to book, search, and cancel tickets efficiently. </a:t>
            </a:r>
          </a:p>
          <a:p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an admin panel to add, update, and delete event details. </a:t>
            </a:r>
          </a:p>
          <a:p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booking speed, accuracy, and overall user experience. </a:t>
            </a:r>
          </a:p>
          <a:p>
            <a:endParaRPr lang="en-AU" dirty="0"/>
          </a:p>
        </p:txBody>
      </p:sp>
      <p:pic>
        <p:nvPicPr>
          <p:cNvPr id="5" name="Google Shape;74;p15">
            <a:extLst>
              <a:ext uri="{FF2B5EF4-FFF2-40B4-BE49-F238E27FC236}">
                <a16:creationId xmlns:a16="http://schemas.microsoft.com/office/drawing/2014/main" id="{91016AF7-CA11-39CE-82F5-411C3C9FD08B}"/>
              </a:ext>
            </a:extLst>
          </p:cNvPr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200335" y="171865"/>
            <a:ext cx="816935" cy="1072989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75;p15">
            <a:extLst>
              <a:ext uri="{FF2B5EF4-FFF2-40B4-BE49-F238E27FC236}">
                <a16:creationId xmlns:a16="http://schemas.microsoft.com/office/drawing/2014/main" id="{EC80E901-3B23-E853-391E-2CB0963ED82A}"/>
              </a:ext>
            </a:extLst>
          </p:cNvPr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0912580" y="165768"/>
            <a:ext cx="1079085" cy="107908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564575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7C71F-868E-FF0E-1A31-2B3C981C84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64961"/>
          </a:xfrm>
        </p:spPr>
        <p:txBody>
          <a:bodyPr/>
          <a:lstStyle/>
          <a:p>
            <a:pPr algn="ctr"/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4723F0E-4DCB-7DF4-016B-96C7C1EDE6C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00868430"/>
              </p:ext>
            </p:extLst>
          </p:nvPr>
        </p:nvGraphicFramePr>
        <p:xfrm>
          <a:off x="576943" y="1230086"/>
          <a:ext cx="11364684" cy="54505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3527">
                  <a:extLst>
                    <a:ext uri="{9D8B030D-6E8A-4147-A177-3AD203B41FA5}">
                      <a16:colId xmlns:a16="http://schemas.microsoft.com/office/drawing/2014/main" val="1071581968"/>
                    </a:ext>
                  </a:extLst>
                </a:gridCol>
                <a:gridCol w="4658815">
                  <a:extLst>
                    <a:ext uri="{9D8B030D-6E8A-4147-A177-3AD203B41FA5}">
                      <a16:colId xmlns:a16="http://schemas.microsoft.com/office/drawing/2014/main" val="1342855488"/>
                    </a:ext>
                  </a:extLst>
                </a:gridCol>
                <a:gridCol w="2841171">
                  <a:extLst>
                    <a:ext uri="{9D8B030D-6E8A-4147-A177-3AD203B41FA5}">
                      <a16:colId xmlns:a16="http://schemas.microsoft.com/office/drawing/2014/main" val="3427190471"/>
                    </a:ext>
                  </a:extLst>
                </a:gridCol>
                <a:gridCol w="2841171">
                  <a:extLst>
                    <a:ext uri="{9D8B030D-6E8A-4147-A177-3AD203B41FA5}">
                      <a16:colId xmlns:a16="http://schemas.microsoft.com/office/drawing/2014/main" val="585445311"/>
                    </a:ext>
                  </a:extLst>
                </a:gridCol>
              </a:tblGrid>
              <a:tr h="695663">
                <a:tc>
                  <a:txBody>
                    <a:bodyPr/>
                    <a:lstStyle/>
                    <a:p>
                      <a:pPr algn="ctr"/>
                      <a:r>
                        <a:rPr lang="en-AU" dirty="0" err="1"/>
                        <a:t>S.No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Title of the Paper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Publisher &amp; Published 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Components / Techniques Used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4362072"/>
                  </a:ext>
                </a:extLst>
              </a:tr>
              <a:tr h="1103228">
                <a:tc>
                  <a:txBody>
                    <a:bodyPr/>
                    <a:lstStyle/>
                    <a:p>
                      <a:r>
                        <a:rPr lang="en-A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dirty="0"/>
                        <a:t>A Blockchain-Based Generic and Reusable Ticket Booking Framework: Scalable Implementation Using AWS Cloud Infrastructure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SSRN, </a:t>
                      </a:r>
                      <a:r>
                        <a:rPr lang="en-AU" b="1" dirty="0"/>
                        <a:t>2025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Blockchain, AWS Cloud, Smart Contracts, NFT Tickets, API Gateway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1911477"/>
                  </a:ext>
                </a:extLst>
              </a:tr>
              <a:tr h="1103228">
                <a:tc>
                  <a:txBody>
                    <a:bodyPr/>
                    <a:lstStyle/>
                    <a:p>
                      <a:r>
                        <a:rPr lang="en-A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Enhancing Digital Identity and Access Control in Event Management Systems Using Sui Blockchain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IEEE Access, </a:t>
                      </a:r>
                      <a:r>
                        <a:rPr lang="en-AU" b="1" dirty="0"/>
                        <a:t>2025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Blockchain, Digital Identity, NFT Tickets, Secure Authentication, Event Management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9956325"/>
                  </a:ext>
                </a:extLst>
              </a:tr>
              <a:tr h="1103228">
                <a:tc>
                  <a:txBody>
                    <a:bodyPr/>
                    <a:lstStyle/>
                    <a:p>
                      <a:r>
                        <a:rPr lang="en-A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A Case Study on Online Ticket Booking System Project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SSRN, </a:t>
                      </a:r>
                      <a:r>
                        <a:rPr lang="en-AU" b="1" dirty="0"/>
                        <a:t>2024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HTML, CSS, JavaScript, PHP, MySQL, User Authentication, Booking Management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7107712"/>
                  </a:ext>
                </a:extLst>
              </a:tr>
              <a:tr h="1103228">
                <a:tc>
                  <a:txBody>
                    <a:bodyPr/>
                    <a:lstStyle/>
                    <a:p>
                      <a:r>
                        <a:rPr lang="en-AU" dirty="0"/>
                        <a:t>4</a:t>
                      </a:r>
                    </a:p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Design and Development of a Web-Based Event Ticketing System Application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Universitas Hasanuddin Repository, </a:t>
                      </a:r>
                      <a:r>
                        <a:rPr lang="en-AU" b="1" dirty="0"/>
                        <a:t>2024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Web Application, Database Management, Event Booking, CRUD Operations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5921994"/>
                  </a:ext>
                </a:extLst>
              </a:tr>
            </a:tbl>
          </a:graphicData>
        </a:graphic>
      </p:graphicFrame>
      <p:pic>
        <p:nvPicPr>
          <p:cNvPr id="5" name="Google Shape;74;p15">
            <a:extLst>
              <a:ext uri="{FF2B5EF4-FFF2-40B4-BE49-F238E27FC236}">
                <a16:creationId xmlns:a16="http://schemas.microsoft.com/office/drawing/2014/main" id="{25DCC96F-5B0A-1D20-7E84-E254248349C3}"/>
              </a:ext>
            </a:extLst>
          </p:cNvPr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200335" y="171865"/>
            <a:ext cx="816935" cy="1072989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75;p15">
            <a:extLst>
              <a:ext uri="{FF2B5EF4-FFF2-40B4-BE49-F238E27FC236}">
                <a16:creationId xmlns:a16="http://schemas.microsoft.com/office/drawing/2014/main" id="{5527D696-6A84-00A1-B7AB-E9B4685166F0}"/>
              </a:ext>
            </a:extLst>
          </p:cNvPr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0912580" y="165768"/>
            <a:ext cx="1079085" cy="107908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945091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8AC7F-629E-44AE-E116-C135702351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5BFD8-8342-9826-02CB-4F097D8E49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ticket booking systems become slow when searching through a large number of events. </a:t>
            </a:r>
          </a:p>
          <a:p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systems do not use efficient data structures for fast event management. </a:t>
            </a:r>
          </a:p>
          <a:p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or inefficient booking processes can lead to delays and booking errors. </a:t>
            </a:r>
          </a:p>
          <a:p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Updating event details and seat availability can be time-consuming. </a:t>
            </a:r>
          </a:p>
          <a:p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need for a fast, user-friendly, and efficient ticket booking system using </a:t>
            </a:r>
            <a:r>
              <a:rPr lang="en-A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Binary Search Trees (BST)</a:t>
            </a:r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improve search and management performance.</a:t>
            </a:r>
          </a:p>
        </p:txBody>
      </p:sp>
      <p:pic>
        <p:nvPicPr>
          <p:cNvPr id="5" name="Google Shape;74;p15">
            <a:extLst>
              <a:ext uri="{FF2B5EF4-FFF2-40B4-BE49-F238E27FC236}">
                <a16:creationId xmlns:a16="http://schemas.microsoft.com/office/drawing/2014/main" id="{4A38DD08-D249-D0C3-752E-670EA9CEA0AA}"/>
              </a:ext>
            </a:extLst>
          </p:cNvPr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200335" y="171865"/>
            <a:ext cx="816935" cy="1072989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75;p15">
            <a:extLst>
              <a:ext uri="{FF2B5EF4-FFF2-40B4-BE49-F238E27FC236}">
                <a16:creationId xmlns:a16="http://schemas.microsoft.com/office/drawing/2014/main" id="{7F4AA6F2-38C2-302A-F023-A49324DF6CFC}"/>
              </a:ext>
            </a:extLst>
          </p:cNvPr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0912580" y="165768"/>
            <a:ext cx="1079085" cy="107908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804119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8602C-0B17-82F7-E7F1-1B0E8737D5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4065BE-999C-2F12-DD0A-F789C54F1C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web-based event ticket booking and management system. </a:t>
            </a:r>
          </a:p>
          <a:p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a </a:t>
            </a:r>
            <a:r>
              <a:rPr lang="en-A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Binary Search Tree (BST)</a:t>
            </a:r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enable fast event search, insertion, and deletion. </a:t>
            </a:r>
          </a:p>
          <a:p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 users to easily search, book, and cancel event tickets online. </a:t>
            </a:r>
          </a:p>
          <a:p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an admin module to efficiently manage event details and seat availability. </a:t>
            </a:r>
          </a:p>
          <a:p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the speed, accuracy, and overall efficiency of the ticket booking process. </a:t>
            </a:r>
          </a:p>
          <a:p>
            <a:endParaRPr lang="en-AU" dirty="0"/>
          </a:p>
        </p:txBody>
      </p:sp>
      <p:pic>
        <p:nvPicPr>
          <p:cNvPr id="5" name="Google Shape;74;p15">
            <a:extLst>
              <a:ext uri="{FF2B5EF4-FFF2-40B4-BE49-F238E27FC236}">
                <a16:creationId xmlns:a16="http://schemas.microsoft.com/office/drawing/2014/main" id="{8750B4D2-DF4B-E82E-C43A-B21DB2C05A3C}"/>
              </a:ext>
            </a:extLst>
          </p:cNvPr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200335" y="171865"/>
            <a:ext cx="816935" cy="1072989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75;p15">
            <a:extLst>
              <a:ext uri="{FF2B5EF4-FFF2-40B4-BE49-F238E27FC236}">
                <a16:creationId xmlns:a16="http://schemas.microsoft.com/office/drawing/2014/main" id="{2D81FBEE-06EB-27BB-BC4D-FB1795F764D1}"/>
              </a:ext>
            </a:extLst>
          </p:cNvPr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0912580" y="165768"/>
            <a:ext cx="1079085" cy="107908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18864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92D9F-8CC7-1F9E-361F-1085D8777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dirty="0"/>
              <a:t>Architecture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3656D6C-3BA7-8B5B-0808-6B0F29C040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8343" y="1825625"/>
            <a:ext cx="11495313" cy="4351338"/>
          </a:xfrm>
          <a:prstGeom prst="rect">
            <a:avLst/>
          </a:prstGeom>
        </p:spPr>
      </p:pic>
      <p:pic>
        <p:nvPicPr>
          <p:cNvPr id="4" name="Google Shape;74;p15">
            <a:extLst>
              <a:ext uri="{FF2B5EF4-FFF2-40B4-BE49-F238E27FC236}">
                <a16:creationId xmlns:a16="http://schemas.microsoft.com/office/drawing/2014/main" id="{ACC3347D-EFCF-F031-8067-C51CE4DC1F61}"/>
              </a:ext>
            </a:extLst>
          </p:cNvPr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200335" y="171865"/>
            <a:ext cx="816935" cy="1072989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75;p15">
            <a:extLst>
              <a:ext uri="{FF2B5EF4-FFF2-40B4-BE49-F238E27FC236}">
                <a16:creationId xmlns:a16="http://schemas.microsoft.com/office/drawing/2014/main" id="{F9C98A65-0547-B54B-2F7D-14D1BE480C36}"/>
              </a:ext>
            </a:extLst>
          </p:cNvPr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0912580" y="165768"/>
            <a:ext cx="1079085" cy="107908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60763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9D45F-D741-4163-C3A1-A5D8D1D5C1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1F86FB-FE26-EEF6-B1EC-7EF6C3B33D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60715"/>
            <a:ext cx="10515600" cy="4870677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AU" sz="3000" b="1" dirty="0"/>
              <a:t>1.</a:t>
            </a:r>
            <a:r>
              <a:rPr lang="en-AU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Authentication</a:t>
            </a:r>
            <a:r>
              <a:rPr lang="en-AU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</a:p>
          <a:p>
            <a:r>
              <a:rPr lang="en-AU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Users register and log in to access the system. </a:t>
            </a:r>
          </a:p>
          <a:p>
            <a:r>
              <a:rPr lang="en-AU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logs in to manage events and bookings. </a:t>
            </a:r>
          </a:p>
          <a:p>
            <a:pPr marL="0" indent="0">
              <a:buNone/>
            </a:pPr>
            <a:r>
              <a:rPr lang="en-AU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Event Management:</a:t>
            </a:r>
          </a:p>
          <a:p>
            <a:r>
              <a:rPr lang="en-AU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Admin adds, updates, and deletes event details. </a:t>
            </a:r>
          </a:p>
          <a:p>
            <a:r>
              <a:rPr lang="en-AU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Event information is stored in the database. </a:t>
            </a:r>
          </a:p>
          <a:p>
            <a:pPr marL="0" indent="0">
              <a:buNone/>
            </a:pPr>
            <a:r>
              <a:rPr lang="en-AU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3.BST Implementation:</a:t>
            </a:r>
          </a:p>
          <a:p>
            <a:r>
              <a:rPr lang="en-AU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Events are stored in a </a:t>
            </a:r>
            <a:r>
              <a:rPr lang="en-AU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Binary Search Tree (BST)</a:t>
            </a:r>
            <a:r>
              <a:rPr lang="en-AU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</a:t>
            </a:r>
            <a:r>
              <a:rPr lang="en-AU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Event ID</a:t>
            </a:r>
            <a:r>
              <a:rPr lang="en-AU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the key. </a:t>
            </a:r>
          </a:p>
          <a:p>
            <a:r>
              <a:rPr lang="en-AU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BST performs fast </a:t>
            </a:r>
            <a:r>
              <a:rPr lang="en-AU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search, insertion, deletion, and traversal</a:t>
            </a:r>
            <a:r>
              <a:rPr lang="en-AU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operations.</a:t>
            </a:r>
          </a:p>
          <a:p>
            <a:endParaRPr lang="en-AU" dirty="0"/>
          </a:p>
        </p:txBody>
      </p:sp>
      <p:pic>
        <p:nvPicPr>
          <p:cNvPr id="5" name="Google Shape;74;p15">
            <a:extLst>
              <a:ext uri="{FF2B5EF4-FFF2-40B4-BE49-F238E27FC236}">
                <a16:creationId xmlns:a16="http://schemas.microsoft.com/office/drawing/2014/main" id="{A162C4A8-CB8A-BFE6-DAC7-9715B073F66C}"/>
              </a:ext>
            </a:extLst>
          </p:cNvPr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200335" y="171865"/>
            <a:ext cx="816935" cy="1072989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75;p15">
            <a:extLst>
              <a:ext uri="{FF2B5EF4-FFF2-40B4-BE49-F238E27FC236}">
                <a16:creationId xmlns:a16="http://schemas.microsoft.com/office/drawing/2014/main" id="{49E4EDEB-7FCB-3B19-9264-753BF49514B9}"/>
              </a:ext>
            </a:extLst>
          </p:cNvPr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0912580" y="165768"/>
            <a:ext cx="1079085" cy="107908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151969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0DB2B9-003C-EB35-B7ED-3836D7481C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FAFEC3-33EC-E49A-E396-F424DA3440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66057"/>
            <a:ext cx="10515600" cy="561090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b="1" dirty="0"/>
              <a:t>4</a:t>
            </a:r>
            <a:r>
              <a:rPr lang="en-A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.Ticket Booking</a:t>
            </a:r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/>
            <a:r>
              <a:rPr lang="en-A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search for an event and book tickets if seats are available. </a:t>
            </a:r>
          </a:p>
          <a:p>
            <a:pPr lvl="1"/>
            <a:r>
              <a:rPr lang="en-A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automatically updates the available seat count. </a:t>
            </a:r>
          </a:p>
          <a:p>
            <a:pPr marL="0" indent="0">
              <a:buNone/>
            </a:pPr>
            <a:r>
              <a:rPr lang="en-A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5.Ticket Cancellation</a:t>
            </a:r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/>
            <a:r>
              <a:rPr lang="en-A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can cancel booked tickets. </a:t>
            </a:r>
          </a:p>
          <a:p>
            <a:pPr lvl="1"/>
            <a:r>
              <a:rPr lang="en-A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Seat availability is updated after cancellation. </a:t>
            </a:r>
          </a:p>
          <a:p>
            <a:pPr marL="0" indent="0">
              <a:buNone/>
            </a:pPr>
            <a:r>
              <a:rPr lang="en-A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6.Database Management</a:t>
            </a:r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/>
            <a:r>
              <a:rPr lang="en-A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User, event, and booking details are stored securely in a </a:t>
            </a:r>
            <a:r>
              <a:rPr lang="en-A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MySQL</a:t>
            </a:r>
            <a:r>
              <a:rPr lang="en-A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database. </a:t>
            </a:r>
          </a:p>
          <a:p>
            <a:pPr marL="0" indent="0">
              <a:buNone/>
            </a:pPr>
            <a:r>
              <a:rPr lang="en-A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7.Booking Confirmation</a:t>
            </a:r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/>
            <a:r>
              <a:rPr lang="en-A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displays booking confirmation and maintains the user's booking history. </a:t>
            </a:r>
          </a:p>
          <a:p>
            <a:endParaRPr lang="en-AU" dirty="0"/>
          </a:p>
        </p:txBody>
      </p:sp>
      <p:pic>
        <p:nvPicPr>
          <p:cNvPr id="5" name="Google Shape;74;p15">
            <a:extLst>
              <a:ext uri="{FF2B5EF4-FFF2-40B4-BE49-F238E27FC236}">
                <a16:creationId xmlns:a16="http://schemas.microsoft.com/office/drawing/2014/main" id="{C3EF11BA-53A5-B265-001C-E42F56CB43AB}"/>
              </a:ext>
            </a:extLst>
          </p:cNvPr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200335" y="171865"/>
            <a:ext cx="816935" cy="1072989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75;p15">
            <a:extLst>
              <a:ext uri="{FF2B5EF4-FFF2-40B4-BE49-F238E27FC236}">
                <a16:creationId xmlns:a16="http://schemas.microsoft.com/office/drawing/2014/main" id="{AB8706E8-A10F-A6A0-AB9F-54B8F62D360F}"/>
              </a:ext>
            </a:extLst>
          </p:cNvPr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0912580" y="165768"/>
            <a:ext cx="1079085" cy="107908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970946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A68AE-719F-5A9A-8459-E9599E006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9343" y="365125"/>
            <a:ext cx="10624457" cy="1325563"/>
          </a:xfrm>
        </p:spPr>
        <p:txBody>
          <a:bodyPr/>
          <a:lstStyle/>
          <a:p>
            <a:pPr algn="ctr"/>
            <a:r>
              <a:rPr lang="en-AU" dirty="0"/>
              <a:t>SDG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1110F5-29DD-2B2D-6E4D-E4490C6BBF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SDG 9 – Industry, Innovation and Infrastructure</a:t>
            </a:r>
            <a:endParaRPr lang="en-A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Promotes digital event management. </a:t>
            </a:r>
          </a:p>
          <a:p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search efficiency using BST. </a:t>
            </a:r>
          </a:p>
          <a:p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manual errors and processing time. </a:t>
            </a:r>
          </a:p>
          <a:p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Encourages innovative use of data structures. </a:t>
            </a:r>
          </a:p>
          <a:p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 scalable and efficient booking system</a:t>
            </a:r>
            <a:r>
              <a:rPr lang="en-AU" dirty="0"/>
              <a:t>.</a:t>
            </a:r>
          </a:p>
          <a:p>
            <a:endParaRPr lang="en-AU" dirty="0"/>
          </a:p>
        </p:txBody>
      </p:sp>
      <p:pic>
        <p:nvPicPr>
          <p:cNvPr id="5" name="Google Shape;74;p15">
            <a:extLst>
              <a:ext uri="{FF2B5EF4-FFF2-40B4-BE49-F238E27FC236}">
                <a16:creationId xmlns:a16="http://schemas.microsoft.com/office/drawing/2014/main" id="{ED65D8A6-82DF-2E9D-9EF0-B152D04B02DF}"/>
              </a:ext>
            </a:extLst>
          </p:cNvPr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200335" y="171865"/>
            <a:ext cx="816935" cy="1072989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75;p15">
            <a:extLst>
              <a:ext uri="{FF2B5EF4-FFF2-40B4-BE49-F238E27FC236}">
                <a16:creationId xmlns:a16="http://schemas.microsoft.com/office/drawing/2014/main" id="{0FEAF717-1F7A-5FE6-48B1-8F9BBFCF81A8}"/>
              </a:ext>
            </a:extLst>
          </p:cNvPr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0912580" y="165768"/>
            <a:ext cx="1079085" cy="107908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488564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0605D5-5176-A575-E898-8AE74EF236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dirty="0">
                <a:solidFill>
                  <a:schemeClr val="accent1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B34E19-64D9-D4C7-2BEA-26E95261AE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a web-based </a:t>
            </a:r>
            <a:r>
              <a:rPr lang="en-A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Event Ticket Booking and Management System</a:t>
            </a:r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efficient ticket reservations. </a:t>
            </a:r>
          </a:p>
          <a:p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a </a:t>
            </a:r>
            <a:r>
              <a:rPr lang="en-A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Binary Search Tree (BST)</a:t>
            </a:r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enable faster event searching and management. </a:t>
            </a:r>
          </a:p>
          <a:p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Simplified the processes of booking, cancellation, and event management through an easy-to-use interface. </a:t>
            </a:r>
          </a:p>
          <a:p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system efficiency by reducing search time and maintaining accurate event and booking records. </a:t>
            </a:r>
          </a:p>
          <a:p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provides a reliable, scalable, and user-friendly solution for modern event ticket booking</a:t>
            </a:r>
            <a:r>
              <a:rPr lang="en-AU" dirty="0"/>
              <a:t>. </a:t>
            </a:r>
          </a:p>
          <a:p>
            <a:endParaRPr lang="en-AU" dirty="0"/>
          </a:p>
        </p:txBody>
      </p:sp>
      <p:pic>
        <p:nvPicPr>
          <p:cNvPr id="5" name="Google Shape;74;p15">
            <a:extLst>
              <a:ext uri="{FF2B5EF4-FFF2-40B4-BE49-F238E27FC236}">
                <a16:creationId xmlns:a16="http://schemas.microsoft.com/office/drawing/2014/main" id="{F75D1AA2-C7F8-6EEA-45C6-3BCCDF4DB63D}"/>
              </a:ext>
            </a:extLst>
          </p:cNvPr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200335" y="171865"/>
            <a:ext cx="816935" cy="1072989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75;p15">
            <a:extLst>
              <a:ext uri="{FF2B5EF4-FFF2-40B4-BE49-F238E27FC236}">
                <a16:creationId xmlns:a16="http://schemas.microsoft.com/office/drawing/2014/main" id="{DA0520E8-323A-DB27-EE5D-772FA423D735}"/>
              </a:ext>
            </a:extLst>
          </p:cNvPr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0912580" y="165768"/>
            <a:ext cx="1079085" cy="107908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885600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F23E1-21E4-781D-7B2F-D21437D27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69087-ABB5-01EB-2CCB-8C9A273833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T. H. </a:t>
            </a:r>
            <a:r>
              <a:rPr lang="en-A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Cormen</a:t>
            </a:r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C. E. </a:t>
            </a:r>
            <a:r>
              <a:rPr lang="en-A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Leiserson</a:t>
            </a:r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R. L. Rivest, and C. Stein, </a:t>
            </a:r>
            <a:r>
              <a:rPr lang="en-A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Algorithms</a:t>
            </a:r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4th ed. Cambridge, MA, USA: MIT Press, 2022.</a:t>
            </a:r>
          </a:p>
          <a:p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M. T. Goodrich, R. </a:t>
            </a:r>
            <a:r>
              <a:rPr lang="en-A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Tamassia</a:t>
            </a:r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M. H. Goldwasser, </a:t>
            </a:r>
            <a:r>
              <a:rPr lang="en-A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Structures and Algorithms in Python</a:t>
            </a:r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Hoboken, NJ, USA: John Wiley &amp; Sons, 2021.</a:t>
            </a:r>
          </a:p>
          <a:p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I. Sommerville, </a:t>
            </a:r>
            <a:r>
              <a:rPr lang="en-A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Engineering</a:t>
            </a:r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11th ed. Boston, MA, USA: Pearson, 2021.</a:t>
            </a:r>
          </a:p>
          <a:p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Oracle Corporation, </a:t>
            </a:r>
            <a:r>
              <a:rPr lang="en-A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MySQL 8.0 Reference Manual</a:t>
            </a:r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2025. Available: </a:t>
            </a:r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https://dev.mysql.com/doc/</a:t>
            </a:r>
            <a:endParaRPr lang="en-A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AU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Mozilla Developer Network (MDN), </a:t>
            </a:r>
            <a:r>
              <a:rPr lang="en-A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Development Documentation</a:t>
            </a:r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2025. Available: </a:t>
            </a:r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https://developer.mozilla.org/</a:t>
            </a:r>
            <a:endParaRPr lang="en-A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AU" dirty="0"/>
          </a:p>
        </p:txBody>
      </p:sp>
      <p:pic>
        <p:nvPicPr>
          <p:cNvPr id="7" name="Google Shape;75;p15">
            <a:extLst>
              <a:ext uri="{FF2B5EF4-FFF2-40B4-BE49-F238E27FC236}">
                <a16:creationId xmlns:a16="http://schemas.microsoft.com/office/drawing/2014/main" id="{B258EED7-59E8-904A-B55D-F0787FC94A34}"/>
              </a:ext>
            </a:extLst>
          </p:cNvPr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0912580" y="165768"/>
            <a:ext cx="1079085" cy="1079085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74;p15">
            <a:extLst>
              <a:ext uri="{FF2B5EF4-FFF2-40B4-BE49-F238E27FC236}">
                <a16:creationId xmlns:a16="http://schemas.microsoft.com/office/drawing/2014/main" id="{B1583F10-E510-AF92-1143-771DD88D2A37}"/>
              </a:ext>
            </a:extLst>
          </p:cNvPr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200335" y="171865"/>
            <a:ext cx="1182151" cy="107298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094758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</TotalTime>
  <Words>821</Words>
  <Application>Microsoft Office PowerPoint</Application>
  <PresentationFormat>Widescreen</PresentationFormat>
  <Paragraphs>86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Times New Roman</vt:lpstr>
      <vt:lpstr>Office Theme</vt:lpstr>
      <vt:lpstr>EVENT TICKET BOOKING SYSTEM USING BINARY SEARCH TREES</vt:lpstr>
      <vt:lpstr>                                      Objective</vt:lpstr>
      <vt:lpstr>Literature Review</vt:lpstr>
      <vt:lpstr>Problem Statement</vt:lpstr>
      <vt:lpstr>Proposed Objectives</vt:lpstr>
      <vt:lpstr>Architecture</vt:lpstr>
      <vt:lpstr>Methodology</vt:lpstr>
      <vt:lpstr>  </vt:lpstr>
      <vt:lpstr>SDG</vt:lpstr>
      <vt:lpstr>Conclusion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Ramya Gudimetla</dc:creator>
  <cp:lastModifiedBy>Ramya Gudimetla</cp:lastModifiedBy>
  <cp:revision>1</cp:revision>
  <dcterms:created xsi:type="dcterms:W3CDTF">2026-07-21T11:37:34Z</dcterms:created>
  <dcterms:modified xsi:type="dcterms:W3CDTF">2026-07-22T07:43:11Z</dcterms:modified>
</cp:coreProperties>
</file>